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Presentarse y arrancar con la historia: “Estoy segura de que conocen a alguien que cobró su primer sueldo y no supo bien qué hacer con él”.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nadie le gusta admitir que no sabe por dónde empezar. No son casos aislados: nos pasa a nosotras y le pasa a la mayoría.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8 de cada 10 jóvenes en Argentina manejan su propia plata, pero solo 2 de cada 10 recibieron alguna vez educación financiera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se arrastra hace años y ya lo normalizamos. La intención está, pero pocos lo sostienen. Y a todos nos atraviesa: adolescentes que empiezan y adultos que ya laburan hace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endeudamiento juvenil temprano: 9 de cada 10 jóvenes que tomaron un crédito se endeudaron antes de conseguir su primer empleo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ecosistema fintech local crece 15,3% anual. La infraestructura está, pero las apps lo hacen en inglés, asumen que ya sabés o no conectan con tu situación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Creamos FINA: una web app donde, a partir de registrar gastos e ingresos y fijar objetivos, te acompaña, te guía y te aconseja. Genera el hábito de acciones chiquitas todos los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sabemos que anotar todo es tedioso, está Fini: nuestro bot de WhatsApp al que le pedís un informe o le decís el gasto con tus palabras, y lo registra en la app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diferencia de otras apps, con FINA aprendés desde la práctica y nunca movemos tu plata. Somos la primera app que trabaja sobre tus preferencias y tu conocimiento, detectando tu mayor oportunidad de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problemática y la idea ya están validadas. Estamos en fase de MVP y prueba de concepto: casi 200 usuarios, encuestas, entrevistas, el club de finanzas de Di Tella y un taller de Finnegans.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usuario tiene acceso gratuito: no somos un gasto más. Monetizamos B2B2C. Estamos definiendo a qué perfil quiere llegar cada empresa, y somos el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estamos levantando nuestra ronda pre-seed de USD 120 mil. Para el año 8 proyectamos casi 4 millones de usuarios activos y 240.000 empresas interesadas en Argentina, con expansión a LATAM: terminal value de 284 millones y MOIC 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solución a la ansiedad financiera, a la vergüenza por no saber. Es generar un hábito para dejar de posponer ocuparse de la plata.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FINA es la solución para esa persona que cobró su primer sueldo y no supo qué hacer con él, que ahorró meses sin poder sostenerlo o que le va bien pero no entiende en qué se le va la plata.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public/marca/fina-logo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92" y="1691640"/>
            <a:ext cx="3172968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32004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plata empieza a trabajar para vos.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app que te enseña a manejar tu plata practicando con la tuya.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5760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somosfina.com.ar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4630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Conocés a alguien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cobró su primer sueldo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supo qué hacer con él.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41248" y="4233672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Ahorró meses para un viaje y la gastó antes de llegar.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4892040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47731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va bien, pero no sabe en qué se le va la plata.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5550408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54315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invertir y no sabe por dónde empezar.</a:t>
            </a:r>
            <a:endParaRPr lang="en-US" sz="1700" dirty="0"/>
          </a:p>
        </p:txBody>
      </p:sp>
      <p:pic>
        <p:nvPicPr>
          <p:cNvPr id="11" name="Image 1" descr="/Users/mariapazyunes/Documents/GitHub/fina1/Fina/public/marca/f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8346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Manejan plata sin que nadie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haya enseñado cómo.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338328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3A2E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3703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E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 cada 10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4663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jóvenes en Argentina ya manejan su propia plata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0" y="338328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3A2E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3703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cada 10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663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recibieron alguna vez educación financiera formal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intención está.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hábito no.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0E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jóvenes logra ahorrar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4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ansiedad financiera (18 a 35 años)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Hablar de plata sigue siendo tabú.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CRECE UNO NUEVO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011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cada 10</a:t>
            </a:r>
            <a:endParaRPr lang="en-US" sz="6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5661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jóvenes que tomaron un crédito se endeudaron antes de conseguir su primer empleo formal.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32320" y="1828800"/>
            <a:ext cx="4206240" cy="3291840"/>
          </a:xfrm>
          <a:prstGeom prst="roundRect">
            <a:avLst>
              <a:gd name="adj" fmla="val 5556"/>
            </a:avLst>
          </a:prstGeom>
          <a:solidFill>
            <a:srgbClr val="3A2E2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2194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Endeudamiento juvenil temprano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la deuda, después el primer sueldo. Se arranca la vida financiera en rojo, sin haber aprendido nada antes.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problema de acceso.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problema de traducción.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0E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+15,3%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 por año el ecosistema fintech local. La infraestructura ya está.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las apps que enseñan a manejar plata: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13248" y="396849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0644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 en inglés.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13248" y="460857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0644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Asumen que ya sabés.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13248" y="524865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0644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conectan la teoría con tu situación real.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5852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es el gap que vimos y vivimos.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62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 te acompaña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 plata de verdad.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089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Registrás lo que entra y lo que sale, ponés objetivos y FINA te devuelve un paso chiquito por día. Se aprende practicando, con tus números.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Registrás. </a:t>
            </a:r>
            <a:pPr indent="0" marL="0">
              <a:buNone/>
            </a:pPr>
            <a:r>
              <a:rPr lang="en-US" sz="15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e ingresos, en la app o hablándole a Fini por WhatsApp.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5120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Entendés. </a:t>
            </a:r>
            <a:pPr indent="0" marL="0">
              <a:buNone/>
            </a:pPr>
            <a:r>
              <a:rPr lang="en-US" sz="15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qué se te va, cuánto te queda y qué podés cambiar.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5897880"/>
            <a:ext cx="457200" cy="45720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5897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5897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Lográs. </a:t>
            </a:r>
            <a:pPr indent="0" marL="0">
              <a:buNone/>
            </a:pPr>
            <a:r>
              <a:rPr lang="en-US" sz="15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con un plan semanal y un paso por día.</a:t>
            </a:r>
            <a:endParaRPr lang="en-US" sz="1500" dirty="0"/>
          </a:p>
        </p:txBody>
      </p:sp>
      <p:pic>
        <p:nvPicPr>
          <p:cNvPr id="16" name="Image 1" descr="/private/tmp/claude-501/-Users-mariapazyunes-Documents-GitHub-fina1/73a39020-d12a-4d49-8078-c2d45b61291f/scratchpad/video/app-onboar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914400"/>
            <a:ext cx="2651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62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REGISTRO NO PUEDE SER TEDIOSO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 contás a Fini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lo contarías a una amiga.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004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 es nuestro bot de WhatsApp: le escribís el gasto o el ingreso con tus palabras y queda registrado en la app en el momento. También te da un resumen cuando se lo pedís.</a:t>
            </a:r>
            <a:endParaRPr lang="en-US" sz="1700" dirty="0"/>
          </a:p>
        </p:txBody>
      </p:sp>
      <p:pic>
        <p:nvPicPr>
          <p:cNvPr id="7" name="Image 1" descr="/Users/mariapazyunes/Documents/GitHub/fina1/Fina/public/marca/f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63440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4892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abrir la app,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planillas, sin categorías.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589520" y="1005840"/>
            <a:ext cx="3749040" cy="512064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69680" y="1371600"/>
            <a:ext cx="2194560" cy="457200"/>
          </a:xfrm>
          <a:prstGeom prst="roundRect">
            <a:avLst>
              <a:gd name="adj" fmla="val 30000"/>
            </a:avLst>
          </a:prstGeom>
          <a:solidFill>
            <a:srgbClr val="B0E15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006840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gasté 8.500 en el súper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18120" y="2148840"/>
            <a:ext cx="3017520" cy="960120"/>
          </a:xfrm>
          <a:prstGeom prst="roundRect">
            <a:avLst>
              <a:gd name="adj" fmla="val 14286"/>
            </a:avLst>
          </a:prstGeom>
          <a:solidFill>
            <a:srgbClr val="F1EBD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955280" y="2221992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¡Anotado! $8.500 en Supermercado, con Mercado Pago. 💜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869680" y="3429000"/>
            <a:ext cx="2194560" cy="457200"/>
          </a:xfrm>
          <a:prstGeom prst="roundRect">
            <a:avLst>
              <a:gd name="adj" fmla="val 30000"/>
            </a:avLst>
          </a:prstGeom>
          <a:solidFill>
            <a:srgbClr val="B0E15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006840" y="35021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llevo este mes?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18120" y="4206240"/>
            <a:ext cx="3017520" cy="960120"/>
          </a:xfrm>
          <a:prstGeom prst="roundRect">
            <a:avLst>
              <a:gd name="adj" fmla="val 14286"/>
            </a:avLst>
          </a:prstGeom>
          <a:solidFill>
            <a:srgbClr val="F1EBD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55280" y="4279392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$112.300 este mes. El mes pasado, a esta altura, ibas $128.000.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NOSOTRAS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se adapta a vos,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 revés.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3291840"/>
            <a:ext cx="3291840" cy="2468880"/>
          </a:xfrm>
          <a:prstGeom prst="roundRect">
            <a:avLst>
              <a:gd name="adj" fmla="val 7407"/>
            </a:avLst>
          </a:prstGeom>
          <a:solidFill>
            <a:srgbClr val="3A2E22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3611880"/>
            <a:ext cx="320040" cy="32004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4069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movemos tu plata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4800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Registrar, invertir o lograr un objetivo: la decisión siempre es tuya.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3291840"/>
            <a:ext cx="3291840" cy="2468880"/>
          </a:xfrm>
          <a:prstGeom prst="roundRect">
            <a:avLst>
              <a:gd name="adj" fmla="val 7407"/>
            </a:avLst>
          </a:prstGeom>
          <a:solidFill>
            <a:srgbClr val="3A2E22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3611880"/>
            <a:ext cx="320040" cy="32004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4069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Aprendés practicando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4800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tus números, a tu ritmo, sin cursos ni teoría suelta.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3291840"/>
            <a:ext cx="3291840" cy="2468880"/>
          </a:xfrm>
          <a:prstGeom prst="roundRect">
            <a:avLst>
              <a:gd name="adj" fmla="val 7407"/>
            </a:avLst>
          </a:prstGeom>
          <a:solidFill>
            <a:srgbClr val="3A2E22"/>
          </a:solidFill>
          <a:ln/>
        </p:spPr>
      </p:sp>
      <p:sp>
        <p:nvSpPr>
          <p:cNvPr id="15" name="Shape 12"/>
          <p:cNvSpPr/>
          <p:nvPr/>
        </p:nvSpPr>
        <p:spPr>
          <a:xfrm>
            <a:off x="8595360" y="3611880"/>
            <a:ext cx="320040" cy="32004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0" y="4069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Simplificamos al extremo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4800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Detectamos tu mayor oportunidad de mejora y te damos un solo paso por día.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terminó el Excel. Se terminó explicarle tu contexto a una IA para llegar a lo que querés.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Y VALIDACIÓN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está en la calle.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0E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200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usuarias y usuarios ya la probaron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64608" y="291693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25780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y entrevistas con usuarias reales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64608" y="360273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57800" y="3474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Presentamos en el Club de Finanzas de Di Tella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64608" y="428853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57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Seleccionadas en un taller de Finnegans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64608" y="4974336"/>
            <a:ext cx="146304" cy="146304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5780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Iteramos con lo que nos devuelve cada semana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326880" y="2377440"/>
            <a:ext cx="2103120" cy="26517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pic>
        <p:nvPicPr>
          <p:cNvPr id="17" name="Image 1" descr="/Users/mariapazyunes/Documents/GitHub/fina1/Fina/docs/marca/qr-somosf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560320"/>
            <a:ext cx="1737360" cy="17373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32688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Probala ahora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62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para vos.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pagan las empresas.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B2B2C: gimnasios, gastronomía y beauty pagan por aparecer recomendados dentro de la app, más un porcentaje por conversión.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114800"/>
            <a:ext cx="329184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4389120"/>
            <a:ext cx="274320" cy="274320"/>
          </a:xfrm>
          <a:prstGeom prst="ellipse">
            <a:avLst/>
          </a:prstGeom>
          <a:solidFill>
            <a:srgbClr val="B0E1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54480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usuaria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846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FINA gratis y encuentra descuentos elegidos según lo que ya gasta.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4754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2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26280" y="4114800"/>
            <a:ext cx="329184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4389120"/>
            <a:ext cx="274320" cy="274320"/>
          </a:xfrm>
          <a:prstGeom prst="ellipse">
            <a:avLst/>
          </a:prstGeom>
          <a:solidFill>
            <a:srgbClr val="7626B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57800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4846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a las dos partes con los datos que la usuaria decide compartir.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754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2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0" y="4114800"/>
            <a:ext cx="329184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CB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4389120"/>
            <a:ext cx="274320" cy="274320"/>
          </a:xfrm>
          <a:prstGeom prst="ellipse">
            <a:avLst/>
          </a:prstGeom>
          <a:solidFill>
            <a:srgbClr val="FFC45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0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4846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por aparecer y por cada cliente nuevo que llega.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docs/marca/estrella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438912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Levantamos una ronda pre-seed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USD 120.000.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E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activos proyectados al año 8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mil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alcanzables en Argentina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284 M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value estimado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E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MOIC proyectado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Argentina primero, después LATAM.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626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116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sólo una app.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previsibilidad, confianza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acompañamiento para dejar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posponer tu plata.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937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 a la ansiedad financiera y a la vergüenza por no saber.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iapazyunes/Documents/GitHub/fina1/Fina/public/marca/fina-logo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37744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7432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mujer o varón, tenga 16, 30 o 50: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FINA tu plata empieza a trabajar para vos.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6177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 cobrás, la que ahorrás y la que todavía no sabés cómo hacer crecer.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C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somosfina.com.ar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412480" y="1737360"/>
            <a:ext cx="2926080" cy="34747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pic>
        <p:nvPicPr>
          <p:cNvPr id="7" name="Image 1" descr="/Users/mariapazyunes/Documents/GitHub/fina1/Fina/docs/marca/qr-somosf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011680"/>
            <a:ext cx="2377440" cy="2377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Escaneá y probá FINA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 — Pitch</dc:title>
  <dc:subject>PptxGenJS Presentation</dc:subject>
  <dc:creator>FINA</dc:creator>
  <cp:lastModifiedBy>FINA</cp:lastModifiedBy>
  <cp:revision>1</cp:revision>
  <dcterms:created xsi:type="dcterms:W3CDTF">2026-09-21T11:27:37Z</dcterms:created>
  <dcterms:modified xsi:type="dcterms:W3CDTF">2026-09-21T11:27:37Z</dcterms:modified>
</cp:coreProperties>
</file>